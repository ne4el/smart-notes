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eebf216afe4cae" /><Relationship Type="http://schemas.openxmlformats.org/officeDocument/2006/relationships/extended-properties" Target="/docProps/app.xml" Id="Rf301145b8b434f91" /><Relationship Type="http://schemas.openxmlformats.org/officeDocument/2006/relationships/officeDocument" Target="/ppt/presentation.xml" Id="R0c32671d408f4c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306470dcf84f55"/>
  </p:sldMasterIdLst>
  <p:notesMasterIdLst>
    <p:notesMasterId xmlns:r="http://schemas.openxmlformats.org/officeDocument/2006/relationships" r:id="R1f87af0da09b4ecc"/>
  </p:notesMasterIdLst>
  <p:sldIdLst>
    <p:sldId xmlns:r="http://schemas.openxmlformats.org/officeDocument/2006/relationships" id="256" r:id="R1cab7c9024794e05"/>
    <p:sldId xmlns:r="http://schemas.openxmlformats.org/officeDocument/2006/relationships" id="257" r:id="R94c77c7f698248f3"/>
    <p:sldId xmlns:r="http://schemas.openxmlformats.org/officeDocument/2006/relationships" id="258" r:id="R6c6a54a59b674f7e"/>
    <p:sldId xmlns:r="http://schemas.openxmlformats.org/officeDocument/2006/relationships" id="259" r:id="R6ed29fb15f274625"/>
    <p:sldId xmlns:r="http://schemas.openxmlformats.org/officeDocument/2006/relationships" id="260" r:id="R8301f970b30a4a36"/>
    <p:sldId xmlns:r="http://schemas.openxmlformats.org/officeDocument/2006/relationships" id="261" r:id="Rc8134a22bada4cd0"/>
    <p:sldId xmlns:r="http://schemas.openxmlformats.org/officeDocument/2006/relationships" id="262" r:id="Rd1015ec3d08d47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25f20d217f54788" /><Relationship Type="http://schemas.openxmlformats.org/officeDocument/2006/relationships/slideMaster" Target="/ppt/slideMasters/slideMaster1.xml" Id="R37306470dcf84f55" /><Relationship Type="http://schemas.openxmlformats.org/officeDocument/2006/relationships/notesMaster" Target="/ppt/notesMasters/notesMaster1.xml" Id="R1f87af0da09b4ecc" /><Relationship Type="http://schemas.openxmlformats.org/officeDocument/2006/relationships/presProps" Target="/ppt/presProps.xml" Id="R7b2906b75dff48f7" /><Relationship Type="http://schemas.openxmlformats.org/officeDocument/2006/relationships/tableStyles" Target="/ppt/tableStyles.xml" Id="R669f458c8c804ccd" /><Relationship Type="http://schemas.openxmlformats.org/officeDocument/2006/relationships/slide" Target="/ppt/slides/slide1.xml" Id="R1cab7c9024794e05" /><Relationship Type="http://schemas.openxmlformats.org/officeDocument/2006/relationships/slide" Target="/ppt/slides/slide2.xml" Id="R94c77c7f698248f3" /><Relationship Type="http://schemas.openxmlformats.org/officeDocument/2006/relationships/slide" Target="/ppt/slides/slide3.xml" Id="R6c6a54a59b674f7e" /><Relationship Type="http://schemas.openxmlformats.org/officeDocument/2006/relationships/slide" Target="/ppt/slides/slide4.xml" Id="R6ed29fb15f274625" /><Relationship Type="http://schemas.openxmlformats.org/officeDocument/2006/relationships/slide" Target="/ppt/slides/slide5.xml" Id="R8301f970b30a4a36" /><Relationship Type="http://schemas.openxmlformats.org/officeDocument/2006/relationships/slide" Target="/ppt/slides/slide6.xml" Id="Rc8134a22bada4cd0" /><Relationship Type="http://schemas.openxmlformats.org/officeDocument/2006/relationships/slide" Target="/ppt/slides/slide7.xml" Id="Rd1015ec3d08d47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e54ff50665643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411c8003824f60" /><Relationship Type="http://schemas.openxmlformats.org/officeDocument/2006/relationships/notesMaster" Target="/ppt/notesMasters/notesMaster1.xml" Id="R6c27c651e64946b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d5cf63e0db429c" /><Relationship Type="http://schemas.openxmlformats.org/officeDocument/2006/relationships/notesMaster" Target="/ppt/notesMasters/notesMaster1.xml" Id="R76227df29d7d4f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c8f9b62c2b46df" /><Relationship Type="http://schemas.openxmlformats.org/officeDocument/2006/relationships/notesMaster" Target="/ppt/notesMasters/notesMaster1.xml" Id="R4d74d7d61a404f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a9ea8214c04a65" /><Relationship Type="http://schemas.openxmlformats.org/officeDocument/2006/relationships/notesMaster" Target="/ppt/notesMasters/notesMaster1.xml" Id="Red1f5a0aabaa47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a800e443284e20" /><Relationship Type="http://schemas.openxmlformats.org/officeDocument/2006/relationships/notesMaster" Target="/ppt/notesMasters/notesMaster1.xml" Id="R136137c3b10b41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3c835feb7bf484f" /><Relationship Type="http://schemas.openxmlformats.org/officeDocument/2006/relationships/notesMaster" Target="/ppt/notesMasters/notesMaster1.xml" Id="R7d56a9f2fa17419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fdb6181f664862" /><Relationship Type="http://schemas.openxmlformats.org/officeDocument/2006/relationships/notesMaster" Target="/ppt/notesMasters/notesMaster1.xml" Id="R3f95d6d7833342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Учебный проект группы ЭФБО-08-24. Продукт хранит личные и общие заметки. Общий доступ выдаёт создатель пространства для выбранной заметки. Источник: исходный код в ветке feature/d-shared-notes.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Скриншот сделан в запущенном приложении после входа Марии Ивановой. Владелец Алексей Морозов создал пространство и поделился только заметкой «План защиты проекта». Соседний личный черновик остался закрыт: API вернул 404. Для съёмки использовались временные аккаунты, удалённые после проверки. Источник: frontend/src/pages/NotesPage.tsx и backend/apps/notes/views.py в ветке feature/d-shared-notes.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Backend: Python, Django REST Framework и PostgreSQL. JWT определяет пользователя. Note связывается с приглашёнными через ManyToManyField shared_with. Запрос выбирает свои заметки и заметки, к которым пользователь приглашён. Выдать или отозвать доступ может создатель пространства через POST/DELETE /api/notes/{id}/share с email существующего пользователя. При смене пространства приглашения удаляются. Источник: backend/apps/notes/models.py, views.py, serializers.py в текущей ветке.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Frontend: React 19, TypeScript, Vite, React Router, TanStack Query и Axios. Вкладка «Общие заметки» запрашивает scope=shared. Владелец вводит email зарегистрированного пользователя в редакторе и может отозвать доступ. На скриншоте реальная заметка, созданная временным аккаунтом Алексея и открытая Марии. Временные аккаунты удалены после съёмки. Источники: frontend/src/pages/NotesPage.tsx, NoteEditorPage.tsx и frontend/src/api/notes.ts в ветке feature/d-shared-notes.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Количество сверено с текущими файлами тестов и полными прогонами. Backend: 25 pytest, включая три новых теста общего доступа. Frontend: 7 Vitest и 4 Playwright. Итого 36 тестов. Все 25 backend-тестов и 11 frontend-тестов прошли в локальной среде 9 октября 2026 года. Это число тестов, не процент покрытия. Источник: backend/apps/*/tests, frontend/src/**/*.test.ts*, frontend/tests/smoke.spec.ts в текущей ветке.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Backend-тесты проверяют выдачу доступа выбранной заметке, редактирование приглашённым, закрытость соседней заметки, запрет удаления и смены пространства, отзыв доступа, а также удаление доступа при переносе заметки из пространства. Остальные тесты проверяют авторизацию, поиск, фильтры, модели и вложения. Frontend-тесты проверяют компоненты, API-функции и экраны входа. Источники: backend/apps/notes/tests/test_business.py, frontend/src и frontend/tests в текущей ветке.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Проверенный сценарий: Алексей создаёт пространство и заметку, затем выдаёт Марии доступ по email. Мария видит запись во вкладке общих заметок и сохраняет новый текст. Снимок сделан после успешного PATCH-запроса к настоящему backend. Личный черновик Алексея не открывается у Марии и возвращает 404. Временные аккаунты и записи удалены после съёмки. Источник: backend/apps/notes/views.py и frontend/src/pages/NoteEditorPage.tsx в ветке feature/d-shared-notes.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7f1e72e32c40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fa58d57e1f4de7" /><Relationship Type="http://schemas.openxmlformats.org/officeDocument/2006/relationships/slideLayout" Target="/ppt/slideLayouts/slideLayout1.xml" Id="R7ec6a4e8926044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c6a4e8926044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4efeee64aa4ecb" /><Relationship Type="http://schemas.openxmlformats.org/officeDocument/2006/relationships/notesSlide" Target="/ppt/notesSlides/notesSlide1.xml" Id="Rcbd4ab39dd4f4e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52e3da40c14188" /><Relationship Type="http://schemas.openxmlformats.org/officeDocument/2006/relationships/image" Target="/ppt/media/image.png" Id="Rccee1888825c42b3" /><Relationship Type="http://schemas.openxmlformats.org/officeDocument/2006/relationships/notesSlide" Target="/ppt/notesSlides/notesSlide2.xml" Id="Rca812f338d5342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44ba968cd4934" /><Relationship Type="http://schemas.openxmlformats.org/officeDocument/2006/relationships/notesSlide" Target="/ppt/notesSlides/notesSlide3.xml" Id="Re953d86d05a348f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194bf9b384e7e" /><Relationship Type="http://schemas.openxmlformats.org/officeDocument/2006/relationships/image" Target="/ppt/media/image2.png" Id="Rf3a810d3f12a4a52" /><Relationship Type="http://schemas.openxmlformats.org/officeDocument/2006/relationships/notesSlide" Target="/ppt/notesSlides/notesSlide4.xml" Id="Ra12dc63ab8994b6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f872757a944c6" /><Relationship Type="http://schemas.openxmlformats.org/officeDocument/2006/relationships/chart" Target="/ppt/slides/charts/chart1.xml" Id="Re777846aa6284ed5" /><Relationship Type="http://schemas.openxmlformats.org/officeDocument/2006/relationships/notesSlide" Target="/ppt/notesSlides/notesSlide5.xml" Id="Ra906d0a7f77f436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1ff9538b44e12" /><Relationship Type="http://schemas.openxmlformats.org/officeDocument/2006/relationships/notesSlide" Target="/ppt/notesSlides/notesSlide6.xml" Id="Ra0df12b6170f4b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6824d3afd04c22" /><Relationship Type="http://schemas.openxmlformats.org/officeDocument/2006/relationships/image" Target="/ppt/media/image3.png" Id="R222714eca7714016" /><Relationship Type="http://schemas.openxmlformats.org/officeDocument/2006/relationships/notesSlide" Target="/ppt/notesSlides/notesSlide7.xml" Id="R96452c4ff95c4fa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Количество тестов</c:v>
          </c:tx>
          <c:spPr>
            <a:solidFill xmlns:a="http://schemas.openxmlformats.org/drawingml/2006/main">
              <a:srgbClr val="444444"/>
            </a:solidFill>
          </c:spPr>
          <c:cat>
            <c:strRef>
              <c:f>'Chart Data'!$A$2:$A$3</c:f>
              <c:strCache>
                <c:ptCount val="2"/>
                <c:pt idx="0">
                  <c:v>Backend</c:v>
                </c:pt>
                <c:pt idx="1">
                  <c:v>Frontend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25</c:v>
                </c:pt>
                <c:pt idx="1">
                  <c:v>11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1717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ECD788-D409-448C-8ADC-F236B82F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53175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A9D5BE-1F99-4A7F-A171-CE25DA2F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47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Умные заметки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926CD4-5C0C-44AE-91E0-771C5C5D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990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Веб-приложение для личных и общих записей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97AFD-BC1C-4F68-8C70-92749FD0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723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Учебный проект</a:t>
            </a:r>
          </a:p>
          <a:p xmlns:a="http://schemas.openxmlformats.org/drawingml/2006/main">
            <a:pPr>
              <a:defRPr sz="187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ЭФБО-08-24, РТУ МИРЭА</a:t>
            </a:r>
          </a:p>
        </p:txBody>
      </p:sp>
    </p:spTree>
    <p:extLst>
      <p:ext uri="{BB962C8B-B14F-4D97-AF65-F5344CB8AC3E}">
        <p14:creationId xmlns:p14="http://schemas.microsoft.com/office/powerpoint/2010/main" val="20467205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229D6F-FE4C-4961-9C47-F5995178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Личные и общие заметки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1143E5-BACB-4C26-828B-050DA23A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53175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869920-6416-4428-B50D-2573A2A1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3667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Личные записи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1BEB71-5670-4A5E-8014-0CC8417C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33575"/>
            <a:ext cx="3667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Доступны только владельцу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DAAC57-A8C8-4B5C-8EBF-66D15E59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3667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Общие записи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F647E3-A42B-4300-B367-E5CCCFB1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3667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Доступны приглашённым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A5F385-5220-411D-ABD4-9A1E5AAD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3667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Редактирование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B150DE-E9A7-4FE9-B725-2208C5DDF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3667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Заголовок и текст заметки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0B04B8-EF89-4BD8-B323-9C26C43F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3667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Авторы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66C1E-058F-4E04-B6DD-F71D8781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3667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Имя владельца рядом с записью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e1888825c42b3"/>
          <a:stretch xmlns:a="http://schemas.openxmlformats.org/drawingml/2006/main"/>
        </p:blipFill>
        <p:spPr>
          <a:xfrm xmlns:a="http://schemas.openxmlformats.org/drawingml/2006/main">
            <a:off x="4815240" y="1524000"/>
            <a:ext cx="6581069" cy="433387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9F224-483A-4D2D-8F2A-716B58D3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601027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Список заметок приглашённого пользователя</a:t>
            </a:r>
          </a:p>
        </p:txBody>
      </p:sp>
    </p:spTree>
    <p:extLst>
      <p:ext uri="{BB962C8B-B14F-4D97-AF65-F5344CB8AC3E}">
        <p14:creationId xmlns:p14="http://schemas.microsoft.com/office/powerpoint/2010/main" val="15114051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B71CB-76A8-402C-8F65-914049C9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2591A-153C-4254-861E-C553D4F9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53175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E2AF95-65DC-465E-B4FC-666CFA3B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Python + Django REST Framework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6EC423-2BDF-492D-A59B-898417911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PostgreSQL хранит данные, Django ORM работает с таблицами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F51B42-889E-43D4-8D47-2A1805A7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accounts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F933BB-7893-4A68-92D5-121759DB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Регистрация, вход и JWT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476224-EAAF-4675-AAF9-4DD8B317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86175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spaces и tags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0A147E-17FD-49B7-9CA8-330A7881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Группировка заметок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30D5F1-9BB5-4341-AA4A-63624324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notes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38EF48-51AE-4A60-BACB-5FA939A0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CRUD, поиск, закреп и вложения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25063-133A-4403-AD27-BABC07FE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common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A81C6B-133B-4E55-A9DE-1B1332EF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Проверка прав и пагинация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649BF8-5209-4380-B93D-3ED23240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43250"/>
            <a:ext cx="447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Права доступа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DBA738-9ACE-4688-BB2E-A4FC00B0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76675"/>
            <a:ext cx="428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Создатель пространства приглашает</a:t>
            </a:r>
          </a:p>
          <a:p xmlns:a="http://schemas.openxmlformats.org/drawingml/2006/main">
            <a:pPr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Участник меняет текст заметки</a:t>
            </a:r>
          </a:p>
          <a:p xmlns:a="http://schemas.openxmlformats.org/drawingml/2006/main">
            <a:pPr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Остальные получают 404</a:t>
            </a:r>
          </a:p>
        </p:txBody>
      </p:sp>
    </p:spTree>
    <p:extLst>
      <p:ext uri="{BB962C8B-B14F-4D97-AF65-F5344CB8AC3E}">
        <p14:creationId xmlns:p14="http://schemas.microsoft.com/office/powerpoint/2010/main" val="11106815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4DB6EB-FD0E-42D5-B4ED-13F5BE42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2F6BDC-E616-4E12-85CF-E53EE3A2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53175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3EF6F3-6926-4D8A-A898-E0876AC2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React + TypeScript + Vite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1E4AC-A537-4AF2-B0FD-BF4D659D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048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Общий список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C93466-C41E-410E-B2EB-B286547C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4048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Заметки разных авторов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47F8A6-86D4-41FA-A9E6-FDE257F1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048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Редактор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24F90-F1B1-4935-AD56-712BE5C8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4048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Доступ по email пользователя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13010D-FD69-4F3E-84FF-C54AFE40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4048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Axios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8EB1B1-0639-48DF-9A1B-6323E3BC8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4048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Запросы и JWT-токен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BC3D6A-F33E-4FB2-AF9D-8690783B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4048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TanStack Query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54E17C-F58E-4CC9-BEEB-FFA4F161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4048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Обновление списка после доступа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810d3f12a4a52"/>
          <a:stretch xmlns:a="http://schemas.openxmlformats.org/drawingml/2006/main"/>
        </p:blipFill>
        <p:spPr>
          <a:xfrm xmlns:a="http://schemas.openxmlformats.org/drawingml/2006/main">
            <a:off x="4895850" y="2911954"/>
            <a:ext cx="6686550" cy="157701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8C0E9-B9E5-4647-B56B-41720069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219700"/>
            <a:ext cx="638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Настройка доступа в редакторе</a:t>
            </a:r>
          </a:p>
        </p:txBody>
      </p:sp>
    </p:spTree>
    <p:extLst>
      <p:ext uri="{BB962C8B-B14F-4D97-AF65-F5344CB8AC3E}">
        <p14:creationId xmlns:p14="http://schemas.microsoft.com/office/powerpoint/2010/main" val="5161221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8BC722-DD42-42D8-9683-58414F48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36 автоматизированных тестов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4EE97-FAEE-42C4-AA94-3E8C7F7F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53175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71500" y="1619250"/>
          <a:ext xmlns:a="http://schemas.openxmlformats.org/drawingml/2006/main" cx="6715125" cy="34861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77846aa6284ed5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72678-275B-4875-A75E-8523A89B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43075"/>
            <a:ext cx="2667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96D70-F448-4AFF-B296-CDBA3906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268605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4C7FDE-4CAC-436B-9B93-94954BE7C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33775"/>
            <a:ext cx="3333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7 + 4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557D5E-5D98-4274-A5AD-BD2AF143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4196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Vitest и Playwright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E18953-A6B5-4CF4-B77F-2786794CF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Проверки общего доступа входят в 25 backend-тестов</a:t>
            </a:r>
          </a:p>
        </p:txBody>
      </p:sp>
    </p:spTree>
    <p:extLst>
      <p:ext uri="{BB962C8B-B14F-4D97-AF65-F5344CB8AC3E}">
        <p14:creationId xmlns:p14="http://schemas.microsoft.com/office/powerpoint/2010/main" val="9345963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1AF542-D154-431C-82DB-1F1B42555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Что проверяют тесты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3F4454-E9BF-4889-B780-832F68F4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53175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63CD10-4C36-4D90-A698-181877C8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029713-B466-4274-9284-D66ED29B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Модели и бизнес-правила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EEEC29-1896-48C8-B20A-3B5A55AB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Пароли, связи, поиск и закреп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87EAFB-D945-454B-8DDA-8DEDF24D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Изоляция данных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4C5548-EA48-47F4-83BC-A470C579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Соседняя заметка остаётся закрытой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12CF59-DBD6-4F6E-9D01-229F844F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509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Общий доступ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CAC800-5140-46FB-9840-5AC4A4DC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Приглашение, изменение и отзыв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6DD803-F1AA-4F33-8125-F3F9FB85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6558DB-306F-4E49-969F-2D840552C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5745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Компоненты и вход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14147E-0EC0-41AF-8C8A-0823C317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09875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Фильтры, теги, токены и переходы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422FB4-7FDB-4171-959C-E03EB596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52825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Smoke-тесты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40F03D-0AB3-4A0A-85BB-9E320F85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05250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Открытие входа и регистрации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917F50-D8EB-40D4-AD1D-5197A90C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482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UI и доступность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27A2FA-269C-4094-854C-03FE58940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00625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Экран входа на ширине 360 px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F60227-E068-48C2-92F5-013C289D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Дополнительно проверены сборка TypeScript и стиль Python</a:t>
            </a:r>
          </a:p>
        </p:txBody>
      </p:sp>
    </p:spTree>
    <p:extLst>
      <p:ext uri="{BB962C8B-B14F-4D97-AF65-F5344CB8AC3E}">
        <p14:creationId xmlns:p14="http://schemas.microsoft.com/office/powerpoint/2010/main" val="12714897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3806D-6E97-4C8B-AB26-5DDAF6A2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Демонстрация проекта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B6518-7B48-4D9E-A1EC-656BDF70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53175"/>
            <a:ext cx="428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96F94F-F799-4951-B305-37E6A5DD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714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33442-5191-411B-AD71-9F2F86949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8097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Создать пространство и заметку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04A8CE-5FE2-41F0-92C0-4AB8253D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90850"/>
            <a:ext cx="714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7B120-A1D3-4F8B-9086-1F2149F5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04800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Выдать доступ по email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86A543-393D-4211-AE5E-4498F6A8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714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17171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46F485-DDB7-4195-91DE-88851A00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286250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7171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1717"/>
                </a:solidFill>
                <a:latin typeface="Arial"/>
                <a:ea typeface="Arial"/>
                <a:cs typeface="Arial"/>
              </a:rPr>
              <a:t>Второй пользователь меняет текст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2714eca7714016"/>
          <a:stretch xmlns:a="http://schemas.openxmlformats.org/drawingml/2006/main"/>
        </p:blipFill>
        <p:spPr>
          <a:xfrm xmlns:a="http://schemas.openxmlformats.org/drawingml/2006/main">
            <a:off x="4905375" y="2337110"/>
            <a:ext cx="6572250" cy="256478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36B029-8593-4159-A1D2-D239490E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334000"/>
            <a:ext cx="5667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66666"/>
                </a:solidFill>
                <a:latin typeface="Arial"/>
                <a:ea typeface="Arial"/>
                <a:cs typeface="Arial"/>
              </a:rPr>
              <a:t>Редактор приглашённого пользователя</a:t>
            </a:r>
          </a:p>
        </p:txBody>
      </p:sp>
    </p:spTree>
    <p:extLst>
      <p:ext uri="{BB962C8B-B14F-4D97-AF65-F5344CB8AC3E}">
        <p14:creationId xmlns:p14="http://schemas.microsoft.com/office/powerpoint/2010/main" val="8370950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2026-10-09T11:24:28.2390000Z</dcterms:created>
  <dcterms:modified xsi:type="dcterms:W3CDTF">2026-10-09T11:24:28.2390000Z</dcterms:modified>
</coreProperties>
</file>