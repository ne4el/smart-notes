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df70e21ed84e15" /><Relationship Type="http://schemas.openxmlformats.org/officeDocument/2006/relationships/extended-properties" Target="/docProps/app.xml" Id="Rc71e6fed89304d80" /><Relationship Type="http://schemas.openxmlformats.org/officeDocument/2006/relationships/officeDocument" Target="/ppt/presentation.xml" Id="R7548a1bcc99f4b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d5e8565cd44c44"/>
  </p:sldMasterIdLst>
  <p:notesMasterIdLst>
    <p:notesMasterId xmlns:r="http://schemas.openxmlformats.org/officeDocument/2006/relationships" r:id="Rc67a342f31b84a40"/>
  </p:notesMasterIdLst>
  <p:sldIdLst>
    <p:sldId xmlns:r="http://schemas.openxmlformats.org/officeDocument/2006/relationships" id="256" r:id="Rb1389b9658a8497f"/>
    <p:sldId xmlns:r="http://schemas.openxmlformats.org/officeDocument/2006/relationships" id="257" r:id="R082c004de5194981"/>
    <p:sldId xmlns:r="http://schemas.openxmlformats.org/officeDocument/2006/relationships" id="258" r:id="R7c8627aa74d44d62"/>
    <p:sldId xmlns:r="http://schemas.openxmlformats.org/officeDocument/2006/relationships" id="259" r:id="R079b3573f2694353"/>
    <p:sldId xmlns:r="http://schemas.openxmlformats.org/officeDocument/2006/relationships" id="260" r:id="R46044f83095d475a"/>
    <p:sldId xmlns:r="http://schemas.openxmlformats.org/officeDocument/2006/relationships" id="261" r:id="R075b8834ba814800"/>
    <p:sldId xmlns:r="http://schemas.openxmlformats.org/officeDocument/2006/relationships" id="262" r:id="R29b38189a5464c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8d6a585e044d2a" /><Relationship Type="http://schemas.openxmlformats.org/officeDocument/2006/relationships/slideMaster" Target="/ppt/slideMasters/slideMaster1.xml" Id="Rafd5e8565cd44c44" /><Relationship Type="http://schemas.openxmlformats.org/officeDocument/2006/relationships/notesMaster" Target="/ppt/notesMasters/notesMaster1.xml" Id="Rc67a342f31b84a40" /><Relationship Type="http://schemas.openxmlformats.org/officeDocument/2006/relationships/presProps" Target="/ppt/presProps.xml" Id="R1b46a01234b14edd" /><Relationship Type="http://schemas.openxmlformats.org/officeDocument/2006/relationships/tableStyles" Target="/ppt/tableStyles.xml" Id="R230d0c74bafa4ca4" /><Relationship Type="http://schemas.openxmlformats.org/officeDocument/2006/relationships/slide" Target="/ppt/slides/slide1.xml" Id="Rb1389b9658a8497f" /><Relationship Type="http://schemas.openxmlformats.org/officeDocument/2006/relationships/slide" Target="/ppt/slides/slide2.xml" Id="R082c004de5194981" /><Relationship Type="http://schemas.openxmlformats.org/officeDocument/2006/relationships/slide" Target="/ppt/slides/slide3.xml" Id="R7c8627aa74d44d62" /><Relationship Type="http://schemas.openxmlformats.org/officeDocument/2006/relationships/slide" Target="/ppt/slides/slide4.xml" Id="R079b3573f2694353" /><Relationship Type="http://schemas.openxmlformats.org/officeDocument/2006/relationships/slide" Target="/ppt/slides/slide5.xml" Id="R46044f83095d475a" /><Relationship Type="http://schemas.openxmlformats.org/officeDocument/2006/relationships/slide" Target="/ppt/slides/slide6.xml" Id="R075b8834ba814800" /><Relationship Type="http://schemas.openxmlformats.org/officeDocument/2006/relationships/slide" Target="/ppt/slides/slide7.xml" Id="R29b38189a5464c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4b2acfd0bf46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b7a1d2d48945ea" /><Relationship Type="http://schemas.openxmlformats.org/officeDocument/2006/relationships/notesMaster" Target="/ppt/notesMasters/notesMaster1.xml" Id="R0c3153725cc64c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18623ef87c4ab7" /><Relationship Type="http://schemas.openxmlformats.org/officeDocument/2006/relationships/notesMaster" Target="/ppt/notesMasters/notesMaster1.xml" Id="Rc4ca7a79d3074b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3ef63d018447aa" /><Relationship Type="http://schemas.openxmlformats.org/officeDocument/2006/relationships/notesMaster" Target="/ppt/notesMasters/notesMaster1.xml" Id="Rb6b3a69831ed45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382403c9a043c6" /><Relationship Type="http://schemas.openxmlformats.org/officeDocument/2006/relationships/notesMaster" Target="/ppt/notesMasters/notesMaster1.xml" Id="R338141ad502040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e582c8240f4c70" /><Relationship Type="http://schemas.openxmlformats.org/officeDocument/2006/relationships/notesMaster" Target="/ppt/notesMasters/notesMaster1.xml" Id="R9902e94db3434c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b30f4ffedf4d07" /><Relationship Type="http://schemas.openxmlformats.org/officeDocument/2006/relationships/notesMaster" Target="/ppt/notesMasters/notesMaster1.xml" Id="R633e732157c84e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6b44ba2fa14d20" /><Relationship Type="http://schemas.openxmlformats.org/officeDocument/2006/relationships/notesMaster" Target="/ppt/notesMasters/notesMaster1.xml" Id="R42d2006729664a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проект группы ЭФБО-08-24. Продукт хранит личные и общие заметки. Общий доступ выдаёт создатель пространства для выбранной заметки. Источник: исходный код в ветке feature/d-shared-notes.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Пользователь видит свои заметки и записи, к которым получил доступ. На скриншоте настоящий React-интерфейс с демонстрационными API-ответами: Анна видит заметки Дмитрия и Ивана. Backend ограничивает доступ конкретной заметкой внутри пространства. Приглашённый может изменить заголовок и текст, но не удалить заметку и не поменять её пространство. Источник: frontend/src/pages/NotesPage.tsx и backend/apps/notes/views.py в текущей ветке.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Backend: Python, Django REST Framework и PostgreSQL. JWT определяет пользователя. Note связывается с приглашёнными через ManyToManyField shared_with. Запрос выбирает свои заметки и заметки, к которым пользователь приглашён. Выдать или отозвать доступ может создатель пространства через POST/DELETE /api/notes/{id}/share с email существующего пользователя. При смене пространства приглашения удаляются. Источник: backend/apps/notes/models.py, views.py, serializers.py в текущей ветке.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Frontend: React 19, TypeScript, Vite, React Router, TanStack Query и Axios. Вкладка «Общие заметки» запрашивает scope=shared. Владелец вводит email зарегистрированного пользователя в редакторе и может отозвать доступ. Приглашённый видит автора и редактирует заголовок и текст. Скриншот сделан с работающего React-интерфейса и демонстрационного API-ответа. Источники: frontend/src/pages/NotesPage.tsx, NoteEditorPage.tsx и frontend/src/api/notes.ts в текущей ветке.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Количество сверено с текущими файлами тестов и полными прогонами. Backend: 25 pytest, включая три новых теста общего доступа. Frontend: 7 Vitest и 4 Playwright. Итого 36 тестов. Все 25 backend-тестов и 11 frontend-тестов прошли в локальной среде 9 октября 2026 года. Это число тестов, не процент покрытия. Источник: backend/apps/*/tests, frontend/src/**/*.test.ts*, frontend/tests/smoke.spec.ts в текущей ветке.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Backend-тесты проверяют выдачу доступа выбранной заметке, редактирование приглашённым, закрытость соседней заметки, запрет удаления и смены пространства, отзыв доступа, а также удаление доступа при переносе заметки из пространства. Остальные тесты проверяют авторизацию, поиск, фильтры, модели и вложения. Frontend-тесты проверяют компоненты, API-функции и экраны входа. Источники: backend/apps/notes/tests/test_business.py, frontend/src и frontend/tests в текущей ветке.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Демонстрация с двумя зарегистрированными пользователями. Первый создаёт пространство и заметку, вводит email второго и выдаёт доступ. Второй открывает вкладку «Общие заметки», находит запись и меняет её текст. Затем первый отзывает доступ, после чего второй получает 404. Если заметку убрать из пространства, доступ также удаляется. Источник: backend/apps/notes/tests/test_business.py и frontend/src/pages в текущей ветке.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a4872bb4444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894920c3424805" /><Relationship Type="http://schemas.openxmlformats.org/officeDocument/2006/relationships/slideLayout" Target="/ppt/slideLayouts/slideLayout1.xml" Id="R041652f301cc4e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1652f301cc4e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17c09558c4cd9" /><Relationship Type="http://schemas.openxmlformats.org/officeDocument/2006/relationships/notesSlide" Target="/ppt/notesSlides/notesSlide1.xml" Id="R99f24881b15045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d5ac5509e40f8" /><Relationship Type="http://schemas.openxmlformats.org/officeDocument/2006/relationships/image" Target="/ppt/media/image.png" Id="R89088aa690914bfb" /><Relationship Type="http://schemas.openxmlformats.org/officeDocument/2006/relationships/notesSlide" Target="/ppt/notesSlides/notesSlide2.xml" Id="R05129e03f2ee46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8ee203aba4f40" /><Relationship Type="http://schemas.openxmlformats.org/officeDocument/2006/relationships/notesSlide" Target="/ppt/notesSlides/notesSlide3.xml" Id="R21e9ee6a1fd94e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b84282527463a" /><Relationship Type="http://schemas.openxmlformats.org/officeDocument/2006/relationships/image" Target="/ppt/media/image2.png" Id="Re12d7e1eac5d4854" /><Relationship Type="http://schemas.openxmlformats.org/officeDocument/2006/relationships/notesSlide" Target="/ppt/notesSlides/notesSlide4.xml" Id="R1a0a871ae5e349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6f848dac34a04" /><Relationship Type="http://schemas.openxmlformats.org/officeDocument/2006/relationships/chart" Target="/ppt/slides/charts/chart1.xml" Id="Rc0e82ce1beb14132" /><Relationship Type="http://schemas.openxmlformats.org/officeDocument/2006/relationships/notesSlide" Target="/ppt/notesSlides/notesSlide5.xml" Id="R22813b0ab9f44e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355210f8b408a" /><Relationship Type="http://schemas.openxmlformats.org/officeDocument/2006/relationships/notesSlide" Target="/ppt/notesSlides/notesSlide6.xml" Id="Rab250e64ed0249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a25f654904340" /><Relationship Type="http://schemas.openxmlformats.org/officeDocument/2006/relationships/notesSlide" Target="/ppt/notesSlides/notesSlide7.xml" Id="R680426772779459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Количество тестов</c:v>
          </c:tx>
          <c:spPr>
            <a:solidFill xmlns:a="http://schemas.openxmlformats.org/drawingml/2006/main">
              <a:srgbClr val="444444"/>
            </a:solidFill>
          </c:spPr>
          <c:cat>
            <c:strRef>
              <c:f>'Chart Data'!$A$2:$A$3</c:f>
              <c:strCache>
                <c:ptCount val="2"/>
                <c:pt idx="0">
                  <c:v>Backend</c:v>
                </c:pt>
                <c:pt idx="1">
                  <c:v>Frontend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25</c:v>
                </c:pt>
                <c:pt idx="1">
                  <c:v>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7171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84B01-D90E-4004-98B0-536C1A1B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0BACD-73F7-4EA6-AC67-501A57F8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Умные заметки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A1838-0D53-49CF-96DF-2DD525F0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Веб-приложение для личных и общих записей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D91A7-95A0-48EE-95F9-67741736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723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Учебный проект</a:t>
            </a:r>
          </a:p>
          <a:p xmlns:a="http://schemas.openxmlformats.org/drawingml/2006/main">
            <a:pPr>
              <a:defRPr sz="18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ЭФБО-08-24, РТУ МИРЭА</a:t>
            </a:r>
          </a:p>
        </p:txBody>
      </p:sp>
    </p:spTree>
    <p:extLst>
      <p:ext uri="{BB962C8B-B14F-4D97-AF65-F5344CB8AC3E}">
        <p14:creationId xmlns:p14="http://schemas.microsoft.com/office/powerpoint/2010/main" val="6636170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2886F-9119-4C2C-86BB-C37AE713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Личные и общие заметки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A435E-142D-4C08-826B-3C6A46C3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C04F5-912E-4B17-8C48-AB45D951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Личные записи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71F3F-EDD0-4995-A948-372E1552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3667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Доступны только владельцу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8FC33-6BF3-4EFD-9539-3768995E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Общие записи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09830-D9C2-4598-8F6D-85F67B39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667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Доступны приглашённым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BA5FE-5B57-4294-80AA-3B1B9144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Редактирование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A91C4-1DAC-4416-BB54-31C00685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3667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Заголовок и текст заметки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0CEE2-AAF5-490E-B6B2-8488220E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Авторы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426F6-8637-491A-BC55-6E47DE40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667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Имя владельца рядом с записью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88aa690914bfb"/>
          <a:stretch xmlns:a="http://schemas.openxmlformats.org/drawingml/2006/main"/>
        </p:blipFill>
        <p:spPr>
          <a:xfrm xmlns:a="http://schemas.openxmlformats.org/drawingml/2006/main">
            <a:off x="4638675" y="1524000"/>
            <a:ext cx="6934200" cy="43338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E595F-40D4-445E-9CFF-7293D3E0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01027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Интерфейс с демонстрационными данными</a:t>
            </a:r>
          </a:p>
        </p:txBody>
      </p:sp>
    </p:spTree>
    <p:extLst>
      <p:ext uri="{BB962C8B-B14F-4D97-AF65-F5344CB8AC3E}">
        <p14:creationId xmlns:p14="http://schemas.microsoft.com/office/powerpoint/2010/main" val="15765944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1D45B-CC96-45CB-B4BE-17E49CB0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34C80-0CE7-468E-B9F7-DEDD352E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26030-7518-4075-BFA6-FAA3C165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Python + Django REST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30684-A9F9-4C4B-8DCC-4176C75C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PostgreSQL хранит данные, Django ORM работает с таблицами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4FDBF-7387-4A27-85D6-44A340EC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accounts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E7B23-2A01-4E16-81AA-79DB06A2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Регистрация, вход и JWT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04FBC-8773-43A3-A969-46382090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spaces и tags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219BC-FAD6-4C80-A4C8-0BD158D9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Группировка заметок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8F4EF-D154-4E2C-8314-314C2B98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7BF03-BEE5-4835-8187-20ADD388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CRUD, поиск, закреп и вложения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FABB5-3CD3-4557-80C7-34C596D3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common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BB8A3-6FE0-4AE1-B096-B7698FED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Проверка прав и пагинация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F2B59-1975-4B9D-93CD-E31305E8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Права доступа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E81E5-8218-4DB1-BE59-A2192BCB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76675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Создатель пространства приглашает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Участник меняет текст заметки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Остальные получают 404</a:t>
            </a:r>
          </a:p>
        </p:txBody>
      </p:sp>
    </p:spTree>
    <p:extLst>
      <p:ext uri="{BB962C8B-B14F-4D97-AF65-F5344CB8AC3E}">
        <p14:creationId xmlns:p14="http://schemas.microsoft.com/office/powerpoint/2010/main" val="821007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18AEF6-D1A2-474C-AEBD-7EB0F192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E6922-2550-4EEB-9938-BF4A4CBA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1ED2D-FE13-42D6-A538-2662A5BC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React + TypeScript + Vite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52F44-BE3A-46A4-843F-AD8CFD80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04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Общий список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38BA8-E18D-46FB-99FE-9810EDD6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404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Заметки разных авторов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A989B-DEF5-4338-9A5D-BAC16073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404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Редактор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F579A-B9AF-47AF-B556-3720C29E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404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Доступ по email пользователя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10843-19AF-4995-A870-B51FEE58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404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Axios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85EC5-89A8-4E0E-83E9-2D169B21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404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Запросы и JWT-токен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93629-013B-43D1-8912-88E9E822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404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TanStack Query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E83CB-4103-4801-A9D4-7889EB48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404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Обновление списка после доступа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d7e1eac5d4854"/>
          <a:stretch xmlns:a="http://schemas.openxmlformats.org/drawingml/2006/main"/>
        </p:blipFill>
        <p:spPr>
          <a:xfrm xmlns:a="http://schemas.openxmlformats.org/drawingml/2006/main">
            <a:off x="4895850" y="2589404"/>
            <a:ext cx="6686550" cy="2222116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139C6-7A3A-46EA-BCBD-D7BDB568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19700"/>
            <a:ext cx="638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Настройка доступа в редакторе</a:t>
            </a:r>
          </a:p>
        </p:txBody>
      </p:sp>
    </p:spTree>
    <p:extLst>
      <p:ext uri="{BB962C8B-B14F-4D97-AF65-F5344CB8AC3E}">
        <p14:creationId xmlns:p14="http://schemas.microsoft.com/office/powerpoint/2010/main" val="8033278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3C234-96D3-4EB3-A078-C465B8DE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36 автоматизированных тестов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F92B8-6152-4427-ACCA-44A08468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6715125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e82ce1beb1413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E786D-0764-480B-B13F-062F0ADA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43075"/>
            <a:ext cx="2667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E8143-4E62-462F-B434-F49CF370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860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E3B2C-121A-401C-8CCF-704C496C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33775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7 + 4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274D5-33AA-409C-87F1-19601164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419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Vitest и Playwright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0D26E-9365-498D-AC8B-E322E0C0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Проверки общего доступа входят в 25 backend-тестов</a:t>
            </a:r>
          </a:p>
        </p:txBody>
      </p:sp>
    </p:spTree>
    <p:extLst>
      <p:ext uri="{BB962C8B-B14F-4D97-AF65-F5344CB8AC3E}">
        <p14:creationId xmlns:p14="http://schemas.microsoft.com/office/powerpoint/2010/main" val="4527695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A685DD-67C6-44A0-B37C-C0CE5D67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Что проверяют тесты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D8D34-79CA-47F0-9B03-A7E015B8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4327C-CAE8-4A2F-B003-B088E508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9215B-4333-4524-84BD-DBEE6796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Модели и бизнес-правила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2EB16-0685-4BFB-A57C-82DC9BC0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Пароли, связи, поиск и закреп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D1F30-575B-4197-82C1-A617829D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Изоляция данных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93C4D-81F9-4E36-8147-2DEFE67B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Соседняя заметка остаётся закрытой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E817F-6B3E-4118-B2B7-4DC9B115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Общий доступ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5BC01-A821-47AB-B8D9-AC119FA5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Приглашение, изменение и отзыв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57F2A-BD1E-4302-AC46-37F8ABE8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407A6-FE5A-41F2-B00E-FF04423C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Компоненты и вход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8D71D-1912-4414-9AF7-AE05A3EF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Фильтры, теги, токены и переходы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A5E0C-7F09-4B52-AEAA-95E37316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528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Smoke-тесты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CCED2-7731-4A60-AC3C-E3607855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Открытие входа и регистрации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4BF84-580B-473D-B62B-0EE32C75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482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UI и доступность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F6196-12DC-4AC3-BCA6-B2309D58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0062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Экран входа на ширине 360 px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47B9B-DE2C-4041-9E6C-AD925549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Дополнительно проверены сборка TypeScript и стиль Python</a:t>
            </a:r>
          </a:p>
        </p:txBody>
      </p:sp>
    </p:spTree>
    <p:extLst>
      <p:ext uri="{BB962C8B-B14F-4D97-AF65-F5344CB8AC3E}">
        <p14:creationId xmlns:p14="http://schemas.microsoft.com/office/powerpoint/2010/main" val="20892181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B4A11-A029-4C07-BC2A-781AFADD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Демонстрация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59DB4-585F-4D1C-8889-884DE4CE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A7A62-1965-4C6F-8E12-3A53D1BE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286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892C1-FD0E-4D3C-8B8A-C2AEEB0B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771650"/>
            <a:ext cx="9620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Войти под первым пользователем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1F0F3-6CBA-4278-A7DC-92DC4C40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8286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E08F7-C672-42DA-8D60-A3D1E6AB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762250"/>
            <a:ext cx="9620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Создать заметку и выбрать участников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753B2-726A-45E5-B5B0-157D3C95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8286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BDD02-4473-462F-92D1-1C48B0E3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752850"/>
            <a:ext cx="9620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Войти под вторым пользователем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5F7E3-A885-4957-90E7-2BF2BEE9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8286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10863-0A78-4BF8-835E-613C1022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743450"/>
            <a:ext cx="9620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Открыть общую заметку и проверить права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010E9-D905-445C-88EB-C10C6E6E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github.com/NE4EL/Smart-notes</a:t>
            </a:r>
          </a:p>
        </p:txBody>
      </p:sp>
    </p:spTree>
    <p:extLst>
      <p:ext uri="{BB962C8B-B14F-4D97-AF65-F5344CB8AC3E}">
        <p14:creationId xmlns:p14="http://schemas.microsoft.com/office/powerpoint/2010/main" val="1784861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2026-10-09T11:03:32.1450000Z</dcterms:created>
  <dcterms:modified xsi:type="dcterms:W3CDTF">2026-10-09T11:03:32.1450000Z</dcterms:modified>
</coreProperties>
</file>